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9"/>
    <p:restoredTop sz="96327"/>
  </p:normalViewPr>
  <p:slideViewPr>
    <p:cSldViewPr snapToGrid="0">
      <p:cViewPr varScale="1">
        <p:scale>
          <a:sx n="100" d="100"/>
          <a:sy n="100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4E99-D0AE-FC6E-E5FE-8B2B0166E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0B94A-D30A-59DE-5594-76B9DBBEC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B834-D2E3-476A-D279-6B3BEBEC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98B3-5A22-268F-329B-A1E1E34B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1E91-579A-7E73-6FD7-277DE64B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FA0A-8B2D-A63F-AAD9-E69D300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C6D-2BDC-055D-AD2C-56E50F342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BE10-4685-DDC1-9844-DAF90BF2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D5E-FA88-3B13-35EE-D76D9D55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E9B0-7A22-AE99-7E85-57B448D6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0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82BA-B497-09FA-74D7-2D281CF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F5DA-EB12-28F2-1F8B-FEB49F52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A9E7-CED7-A0FD-0746-E8BA2BB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7C40-8880-103F-22DA-C320AC81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8941-6910-EA25-59B0-D816EE8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DA0C-61FC-B243-F9ED-C49F07FC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9F1B-597F-4D28-5D0B-0B94EF556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792B-D69E-A83A-7226-741CC839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8E67-B1D2-0520-7CFA-A3E19657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E3195-EF53-5C78-1C38-5BFDFD9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F3F30-AD87-4FE0-3515-B7EAC658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BFB4-DA8C-C4A6-0C5F-11A3495E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821D4-2F49-F6FB-1130-76FEC7A6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0CBA-BC0C-8A72-53AC-6C68D7661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5DDF6-A43F-4391-37FE-26BC8A379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774F5-817E-BCF9-C1BF-490F832A9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A3C77-F980-791C-1CBD-3C268DF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442CA-D5A7-3760-ECB9-5841FB0A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5F0A6-35AC-0F48-F646-E9595451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FECA-5908-CAD3-F12B-828EFBA4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94B33-E417-8048-FFB9-A1128D7D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249E8-FD7E-DC20-4723-D32BB29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8BECE-041A-5580-5C04-27A2E2AD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6BD0A-3E59-2E86-161C-D796C8CE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72EA7-AF6C-3FDB-87F5-97CB0CD4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B705C-ECDB-42A1-B3D5-41AE4725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2CE-1124-D8B4-1C57-28B84A54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D3AB-FAB9-033B-9939-C48FCB79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44F8C-A10D-5774-2550-174245E7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0034-E032-34CB-F435-FFDC62A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3BCFB-7755-2006-EE51-1FD6CF4C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6AB5-8EDB-C115-AA08-5642A269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15FE-07FD-33DD-3B50-47C8F5A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51776-045E-D1E3-F6BC-5B7404E4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9C0D-1104-D971-DF70-B49E311D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2FEF-9B0D-9A81-1C1E-66C2B85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DAF6-E454-78AB-A13F-C47E05AA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E3DA-7385-73AE-913D-9952D29F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2EDF-C2BB-6EBD-9AF8-1810637C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775CA-C179-1EA8-2458-837D62C03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D95A-3BD2-FB1B-3B91-FF4A720C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2AE5-A656-3BF1-3AC5-61D0A5D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2C15-A359-0D75-D9AD-4B7624F7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9CF61-5F92-AFCA-C34D-FCDE13DBF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651CA-3904-3EB6-8642-2B8962BA0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4F75-8D18-A0A1-8FDE-AEC8E3B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A91B-AF6A-2004-D9AA-299DED79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66C5-4F31-B362-6704-A4742E80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D4C3-D948-88D3-FD27-23111FEF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0CEA-93E9-A1FA-05C6-4856B26A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1C7F-600C-22E7-F6A2-B45EA84E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766B6-5ECE-DE46-A843-883F79BE24E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41A1-EAD2-5DAC-5422-AF8F8504C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707BC-F685-3D4E-C889-EDBF95C0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6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EC72-8DB0-9B39-CC49-D0EB92756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HPML Project Mid-point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2FB56-46F3-A0DF-806D-6BDA604C9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Peter McMaster (pjm2188)</a:t>
            </a:r>
          </a:p>
          <a:p>
            <a:r>
              <a:rPr lang="en-US" sz="1800" dirty="0"/>
              <a:t>Robert Solomon (rs4759)</a:t>
            </a:r>
          </a:p>
          <a:p>
            <a:r>
              <a:rPr lang="en-US" sz="1800" dirty="0"/>
              <a:t>Sudarshan </a:t>
            </a:r>
            <a:r>
              <a:rPr lang="en-US" sz="1800" dirty="0" err="1"/>
              <a:t>Kadalazhi</a:t>
            </a:r>
            <a:r>
              <a:rPr lang="en-US" sz="1800" dirty="0"/>
              <a:t> (sk5573)</a:t>
            </a:r>
          </a:p>
          <a:p>
            <a:r>
              <a:rPr lang="en-US" sz="1800" dirty="0"/>
              <a:t>Damien </a:t>
            </a:r>
            <a:r>
              <a:rPr lang="en-US" sz="1800" dirty="0" err="1"/>
              <a:t>Doyeun</a:t>
            </a:r>
            <a:r>
              <a:rPr lang="en-US" sz="1800" dirty="0"/>
              <a:t> Kim (ddk2145)</a:t>
            </a:r>
          </a:p>
          <a:p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6774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b="1" dirty="0"/>
              <a:t>Project Title</a:t>
            </a:r>
            <a:r>
              <a:rPr lang="en-US" sz="2600" dirty="0"/>
              <a:t>: End-to-End Impact of Distributed Fine-Tuning Strategies on </a:t>
            </a:r>
            <a:r>
              <a:rPr lang="en-US" sz="2600" dirty="0" err="1"/>
              <a:t>vLLM</a:t>
            </a:r>
            <a:r>
              <a:rPr lang="en-US" sz="2600" dirty="0"/>
              <a:t> Inference for 1B and 3B LLMs</a:t>
            </a:r>
          </a:p>
          <a:p>
            <a:r>
              <a:rPr lang="en-US" sz="2600" b="1" dirty="0"/>
              <a:t>Project Goals</a:t>
            </a:r>
            <a:r>
              <a:rPr lang="en-US" sz="2600" dirty="0"/>
              <a:t>: Evaluate the impact of different distributed fine-tuning methods on </a:t>
            </a:r>
            <a:r>
              <a:rPr lang="en-US" sz="2600" dirty="0" err="1"/>
              <a:t>vLLM</a:t>
            </a:r>
            <a:r>
              <a:rPr lang="en-US" sz="2600" dirty="0"/>
              <a:t> inference</a:t>
            </a:r>
          </a:p>
          <a:p>
            <a:r>
              <a:rPr lang="en-US" sz="2600" b="1" dirty="0"/>
              <a:t>AI Model(s): </a:t>
            </a:r>
            <a:r>
              <a:rPr lang="en-US" sz="2600" dirty="0"/>
              <a:t>meta-llama/Llama-3.2-1B &amp; meta-llama/Llama-3.2-3B</a:t>
            </a:r>
          </a:p>
          <a:p>
            <a:r>
              <a:rPr lang="en-US" sz="2600" b="1" dirty="0"/>
              <a:t>Dataset(s): </a:t>
            </a:r>
            <a:r>
              <a:rPr lang="en-US" sz="2600" dirty="0"/>
              <a:t>UltraChat200K</a:t>
            </a:r>
          </a:p>
          <a:p>
            <a:r>
              <a:rPr lang="en-US" sz="2600" b="1" dirty="0"/>
              <a:t>Performance Optimization Techniques/Methodology</a:t>
            </a:r>
            <a:r>
              <a:rPr lang="en-US" sz="2600" dirty="0"/>
              <a:t>: SFT on the above models using </a:t>
            </a:r>
            <a:r>
              <a:rPr lang="en-US" sz="2600" dirty="0" err="1"/>
              <a:t>PyTorch</a:t>
            </a:r>
            <a:r>
              <a:rPr lang="en-US" sz="2600" dirty="0"/>
              <a:t> DDP, </a:t>
            </a:r>
            <a:r>
              <a:rPr lang="en-US" sz="2600" dirty="0" err="1"/>
              <a:t>DeepSpeed</a:t>
            </a:r>
            <a:r>
              <a:rPr lang="en-US" sz="2600" dirty="0"/>
              <a:t> ZeRo-2, and </a:t>
            </a:r>
            <a:r>
              <a:rPr lang="en-US" sz="2600" dirty="0" err="1"/>
              <a:t>PyTorch</a:t>
            </a:r>
            <a:r>
              <a:rPr lang="en-US" sz="2600" dirty="0"/>
              <a:t> FSDP training methods, then evaluate each method in </a:t>
            </a:r>
            <a:r>
              <a:rPr lang="en-US" sz="2600" dirty="0" err="1"/>
              <a:t>vLLM</a:t>
            </a:r>
            <a:endParaRPr lang="en-US" sz="2600" dirty="0"/>
          </a:p>
          <a:p>
            <a:pPr fontAlgn="base"/>
            <a:r>
              <a:rPr lang="en-US" sz="2600" b="1" dirty="0"/>
              <a:t>Profiling/Performance analysis tools used</a:t>
            </a:r>
            <a:r>
              <a:rPr lang="en-US" sz="2600" dirty="0"/>
              <a:t>: Measure training throughput, peak GPU memory, time to reach a fixed validation loss, checkpoint export complexity, </a:t>
            </a:r>
            <a:r>
              <a:rPr lang="en-US" sz="2600" dirty="0" err="1"/>
              <a:t>vLLM</a:t>
            </a:r>
            <a:r>
              <a:rPr lang="en-US" sz="2600" dirty="0"/>
              <a:t> load time, first-token latency, and generation throughput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to the </a:t>
            </a:r>
            <a:r>
              <a:rPr lang="en-US" dirty="0" err="1"/>
              <a:t>wandb</a:t>
            </a:r>
            <a:r>
              <a:rPr lang="en-US" dirty="0"/>
              <a:t> project: N/A</a:t>
            </a:r>
          </a:p>
          <a:p>
            <a:r>
              <a:rPr lang="en-US" dirty="0"/>
              <a:t>Link to the </a:t>
            </a:r>
            <a:r>
              <a:rPr lang="en-US" dirty="0" err="1"/>
              <a:t>github</a:t>
            </a:r>
            <a:r>
              <a:rPr lang="en-US" dirty="0"/>
              <a:t> project: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PeterMcMaster</a:t>
            </a:r>
            <a:r>
              <a:rPr lang="en-US" dirty="0"/>
              <a:t>/distributed-</a:t>
            </a:r>
            <a:r>
              <a:rPr lang="en-US" dirty="0" err="1"/>
              <a:t>llm</a:t>
            </a:r>
            <a:r>
              <a:rPr lang="en-US" dirty="0"/>
              <a:t>-pipeline </a:t>
            </a:r>
          </a:p>
          <a:p>
            <a:r>
              <a:rPr lang="en-US" dirty="0"/>
              <a:t>Describe the results obtained so far:</a:t>
            </a:r>
          </a:p>
          <a:p>
            <a:pPr marL="0" indent="0">
              <a:buNone/>
            </a:pPr>
            <a:r>
              <a:rPr lang="en-US" dirty="0"/>
              <a:t>	Infra work for </a:t>
            </a:r>
            <a:r>
              <a:rPr lang="en-US" dirty="0" err="1"/>
              <a:t>vLLM</a:t>
            </a:r>
            <a:r>
              <a:rPr lang="en-US" dirty="0"/>
              <a:t> serving pipeline completed (see next slide)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35746-D471-5800-84C0-79B0BE7D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291AC4-1355-2022-8918-405D39A52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50" y="0"/>
            <a:ext cx="4665306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B2BE32-E28D-5C32-D7D8-6D4788C15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256" y="139700"/>
            <a:ext cx="7541462" cy="3808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9E103-8AD3-941A-0B84-DECB4A86C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7295"/>
            <a:ext cx="11504725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7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comprehensive eval scripts need to be written for </a:t>
            </a:r>
            <a:r>
              <a:rPr lang="en-US" dirty="0" err="1"/>
              <a:t>vLLM</a:t>
            </a:r>
            <a:r>
              <a:rPr lang="en-US" dirty="0"/>
              <a:t> serving pipeline</a:t>
            </a:r>
          </a:p>
          <a:p>
            <a:pPr lvl="1"/>
            <a:r>
              <a:rPr lang="en-US" dirty="0"/>
              <a:t>Currently only latency is being measured/recorded</a:t>
            </a:r>
          </a:p>
          <a:p>
            <a:pPr lvl="1"/>
            <a:r>
              <a:rPr lang="en-US" dirty="0"/>
              <a:t>Need to migrate </a:t>
            </a:r>
            <a:r>
              <a:rPr lang="en-US" dirty="0" err="1"/>
              <a:t>vLLM</a:t>
            </a:r>
            <a:r>
              <a:rPr lang="en-US" dirty="0"/>
              <a:t> serving architecture from known llama models to our own trained model checkpoints</a:t>
            </a:r>
          </a:p>
        </p:txBody>
      </p:sp>
    </p:spTree>
    <p:extLst>
      <p:ext uri="{BB962C8B-B14F-4D97-AF65-F5344CB8AC3E}">
        <p14:creationId xmlns:p14="http://schemas.microsoft.com/office/powerpoint/2010/main" val="89281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Blockers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access limitations on GCP can sometimes cause extended delays</a:t>
            </a:r>
          </a:p>
        </p:txBody>
      </p:sp>
    </p:spTree>
    <p:extLst>
      <p:ext uri="{BB962C8B-B14F-4D97-AF65-F5344CB8AC3E}">
        <p14:creationId xmlns:p14="http://schemas.microsoft.com/office/powerpoint/2010/main" val="359979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241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HPML Project Mid-point Progress</vt:lpstr>
      <vt:lpstr>Project Summary</vt:lpstr>
      <vt:lpstr>Current Progress</vt:lpstr>
      <vt:lpstr>PowerPoint Presentation</vt:lpstr>
      <vt:lpstr>Work in Progress</vt:lpstr>
      <vt:lpstr>Blockers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Project Mid-point Progress</dc:title>
  <dc:creator>Kaoutar El maghraoui</dc:creator>
  <cp:lastModifiedBy>pjm2188</cp:lastModifiedBy>
  <cp:revision>5</cp:revision>
  <dcterms:created xsi:type="dcterms:W3CDTF">2023-11-27T08:30:51Z</dcterms:created>
  <dcterms:modified xsi:type="dcterms:W3CDTF">2026-04-06T16:16:57Z</dcterms:modified>
</cp:coreProperties>
</file>